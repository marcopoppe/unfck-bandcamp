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B7FD6E-7EC1-C836-7933-83BC08B9F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2DD70C-25D4-F8F0-31F3-7358D6C00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FA966F-8DA5-5FC7-2DBD-947B6FE4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0D4C20-3DA1-86EB-EB32-2760F423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14962A-39BE-73D8-207B-A5CD3443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91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4B47A-0B0A-EBE1-4777-9EE30FF4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F9DE57-EB0A-17E3-8D18-E754AAB22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725C6-26AA-4C39-F414-CA48A34A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341329-D7D5-EEF4-85D6-C1CE0584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06F5FB-CC6E-BD5E-E3AD-78D528CA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678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421B1-822E-31B3-D50F-8EDA05BD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7E88EC-822D-33A6-3531-883D460A2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F4133B-8280-6C9D-E065-82DE3C7C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C1F389-58EF-2C65-0633-A3A4BD3C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88DC00-28E6-5428-9339-5938E58F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95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62ABC-224B-1CEC-18E3-B020390F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D13E8E-249A-0E46-E47C-AAC27E1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CBF82D-5030-D3C1-BCF6-6BBAB44A0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98A117-E96E-70A2-6151-7B3C2C86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A14429-447D-4A34-44F1-7A34F212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E3C561-3DB1-8EB3-CC4E-E83E93F0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996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B8590-86C0-3E62-1DA8-0DE9CDE6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4DE871-CD77-563E-DA5A-63F13A3D9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CF2922-9417-DC79-DF29-2FCA6B97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142306-E682-C836-897F-01402026F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D2F538-78B7-0463-3F4E-0C95DF925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72DCA8-EC50-0A2E-9257-4DE9AD06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E3BD8D-E132-A16C-7247-C1DC3D6B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8B3B347-F804-471D-9D73-21ECC683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5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285CDB-CE0B-D67B-C37F-D1ED5566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A28C3C-613E-BA29-704D-A550C59F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952E84-CC6C-55E9-B27C-894EA7AD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AFA87B-C706-7AB0-F92E-158B7C63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16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58265B-01CE-11AA-3C28-63D7D611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BC3001-3439-9506-6568-9514622E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96E084-62E7-1606-FF69-925807B7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7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07214-D7AF-D012-1DAA-8D706DEB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485C5-F22C-37B9-D09B-EAA73C8AC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DD490A-C0FE-8A9F-3BDB-BC024F1F3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38B09D-BAC2-2A35-F24C-4F00BD35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701857-0817-49A7-BD4F-8F8067DF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B081E0-05AE-D763-2E57-B7CA5C1E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701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F4408-5CFB-CFC0-F0A3-8751417A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E76385-E641-CB26-33EB-18116D63B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6FBB5B-E73B-F3A6-4E13-ACFF6AEBC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850703-C56C-7118-6425-EFD0B8C8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135FA8-C9C2-4C80-03E5-D20A3FFB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722478-9BAD-1DCA-261B-E2D97C192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85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70DFF-FBF9-10F7-7CE5-B5F12945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FAA027-9DE6-5342-A9A2-14147439D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322960-F45A-2329-FB2D-C5CB4F6A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5A30A4-B89D-E17C-C8A7-9AACA667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4A821D-08A0-9390-0BB3-220B11B0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73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23012C-AB70-364C-2794-579CF6504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3AC73B-ADA3-23E3-F341-8673F9A11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499D5E-F566-7042-9B5F-717723FB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3648FD-705A-63EF-09EE-A9416892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AC1EBD-1591-E620-CFE2-C4ABBF12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537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2BDB91-EDD3-CFEE-6C13-3734ABE0F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3DCAF-17FD-B318-8EED-2C4C99CCC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C43B4-C443-01C9-4DD4-E21756A3F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6C6D9-72A9-4415-82EB-7F0FDFF1F2F7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4B89F5-B852-B43F-88BE-11471B921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E6A417-FA27-471F-3708-731A2CB95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03C50-335A-4FB6-97D4-9AE67CCD64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828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31B7A5E-BE29-5691-2896-C9E0C6F725EF}"/>
              </a:ext>
            </a:extLst>
          </p:cNvPr>
          <p:cNvSpPr txBox="1"/>
          <p:nvPr/>
        </p:nvSpPr>
        <p:spPr>
          <a:xfrm>
            <a:off x="711200" y="457200"/>
            <a:ext cx="2362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de-DE" sz="2800" b="1" dirty="0">
                <a:solidFill>
                  <a:srgbClr val="0E2841"/>
                </a:solidFill>
              </a:rPr>
              <a:t>How to Setup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64B2DD6-30CB-18DB-7EC5-CDE1A5BE2B35}"/>
              </a:ext>
            </a:extLst>
          </p:cNvPr>
          <p:cNvSpPr txBox="1"/>
          <p:nvPr/>
        </p:nvSpPr>
        <p:spPr>
          <a:xfrm>
            <a:off x="711200" y="1092200"/>
            <a:ext cx="5541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de-DE" sz="1400" dirty="0">
                <a:solidFill>
                  <a:srgbClr val="595959"/>
                </a:solidFill>
              </a:rPr>
              <a:t>In drei Schritten den Cookie aus dem Browser auslesen und einfügen.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7969C2A-6F4B-525E-839D-8BEF1473C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300" y="3048000"/>
            <a:ext cx="7658100" cy="360680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FFFC5291-5E8D-1E92-F3A1-0FC57963058F}"/>
              </a:ext>
            </a:extLst>
          </p:cNvPr>
          <p:cNvSpPr txBox="1"/>
          <p:nvPr/>
        </p:nvSpPr>
        <p:spPr>
          <a:xfrm>
            <a:off x="5803900" y="29083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de-DE" sz="1800" b="1" dirty="0">
                <a:solidFill>
                  <a:srgbClr val="156082"/>
                </a:solidFill>
              </a:rPr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1BDF810-09F5-C155-F6C2-EAE3C20FAF66}"/>
              </a:ext>
            </a:extLst>
          </p:cNvPr>
          <p:cNvSpPr txBox="1"/>
          <p:nvPr/>
        </p:nvSpPr>
        <p:spPr>
          <a:xfrm>
            <a:off x="4876800" y="3632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de-DE" sz="1800" b="1" dirty="0">
                <a:solidFill>
                  <a:srgbClr val="156082"/>
                </a:solidFill>
              </a:rPr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FF43E1-E34E-B387-3F2C-C3F43929A2BF}"/>
              </a:ext>
            </a:extLst>
          </p:cNvPr>
          <p:cNvSpPr txBox="1"/>
          <p:nvPr/>
        </p:nvSpPr>
        <p:spPr>
          <a:xfrm>
            <a:off x="6540500" y="5130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de-DE" sz="1800" b="1" dirty="0">
                <a:solidFill>
                  <a:srgbClr val="156082"/>
                </a:solidFill>
              </a:rPr>
              <a:t>3</a:t>
            </a:r>
          </a:p>
        </p:txBody>
      </p:sp>
      <p:sp>
        <p:nvSpPr>
          <p:cNvPr id="15" name="AccentBar">
            <a:extLst>
              <a:ext uri="{FF2B5EF4-FFF2-40B4-BE49-F238E27FC236}">
                <a16:creationId xmlns:a16="http://schemas.microsoft.com/office/drawing/2014/main" id="{E765D2ED-D7AF-4B6F-85A6-4B9BC13AF295}"/>
              </a:ext>
            </a:extLst>
          </p:cNvPr>
          <p:cNvSpPr/>
          <p:nvPr/>
        </p:nvSpPr>
        <p:spPr>
          <a:xfrm>
            <a:off x="457200" y="533400"/>
            <a:ext cx="762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" name="StepCard1">
            <a:extLst>
              <a:ext uri="{FF2B5EF4-FFF2-40B4-BE49-F238E27FC236}">
                <a16:creationId xmlns:a16="http://schemas.microsoft.com/office/drawing/2014/main" id="{9EE0D2A5-6AE6-4393-A1D1-07CC77B3EF88}"/>
              </a:ext>
            </a:extLst>
          </p:cNvPr>
          <p:cNvSpPr/>
          <p:nvPr/>
        </p:nvSpPr>
        <p:spPr>
          <a:xfrm>
            <a:off x="457200" y="1752600"/>
            <a:ext cx="3632200" cy="990600"/>
          </a:xfrm>
          <a:prstGeom prst="roundRect">
            <a:avLst/>
          </a:prstGeom>
          <a:solidFill>
            <a:srgbClr val="F4F7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3" name="StepNum1">
            <a:extLst>
              <a:ext uri="{FF2B5EF4-FFF2-40B4-BE49-F238E27FC236}">
                <a16:creationId xmlns:a16="http://schemas.microsoft.com/office/drawing/2014/main" id="{684B2DB6-A62B-4E3E-BA7E-D3782B96E4C1}"/>
              </a:ext>
            </a:extLst>
          </p:cNvPr>
          <p:cNvSpPr/>
          <p:nvPr/>
        </p:nvSpPr>
        <p:spPr>
          <a:xfrm>
            <a:off x="609600" y="1930400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epTitle1">
            <a:extLst>
              <a:ext uri="{FF2B5EF4-FFF2-40B4-BE49-F238E27FC236}">
                <a16:creationId xmlns:a16="http://schemas.microsoft.com/office/drawing/2014/main" id="{332442FA-8F29-4FA8-AC10-C2C184772493}"/>
              </a:ext>
            </a:extLst>
          </p:cNvPr>
          <p:cNvSpPr txBox="1"/>
          <p:nvPr/>
        </p:nvSpPr>
        <p:spPr>
          <a:xfrm>
            <a:off x="1219200" y="18542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Login</a:t>
            </a:r>
          </a:p>
        </p:txBody>
      </p:sp>
      <p:sp>
        <p:nvSpPr>
          <p:cNvPr id="7" name="StepBody1">
            <a:extLst>
              <a:ext uri="{FF2B5EF4-FFF2-40B4-BE49-F238E27FC236}">
                <a16:creationId xmlns:a16="http://schemas.microsoft.com/office/drawing/2014/main" id="{C64B58C0-F673-4BC7-88CA-4D7510B904D7}"/>
              </a:ext>
            </a:extLst>
          </p:cNvPr>
          <p:cNvSpPr txBox="1"/>
          <p:nvPr/>
        </p:nvSpPr>
        <p:spPr>
          <a:xfrm>
            <a:off x="1219200" y="2159000"/>
            <a:ext cx="274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100">
                <a:solidFill>
                  <a:srgbClr val="595959"/>
                </a:solidFill>
              </a:rPr>
              <a:t>Mit Fake-Account einloggen.</a:t>
            </a:r>
          </a:p>
        </p:txBody>
      </p:sp>
      <p:sp>
        <p:nvSpPr>
          <p:cNvPr id="8" name="StepCard2">
            <a:extLst>
              <a:ext uri="{FF2B5EF4-FFF2-40B4-BE49-F238E27FC236}">
                <a16:creationId xmlns:a16="http://schemas.microsoft.com/office/drawing/2014/main" id="{AEDD2211-F265-4BDB-A16A-83164621D99A}"/>
              </a:ext>
            </a:extLst>
          </p:cNvPr>
          <p:cNvSpPr/>
          <p:nvPr/>
        </p:nvSpPr>
        <p:spPr>
          <a:xfrm>
            <a:off x="4279900" y="1752600"/>
            <a:ext cx="3632200" cy="990600"/>
          </a:xfrm>
          <a:prstGeom prst="roundRect">
            <a:avLst/>
          </a:prstGeom>
          <a:solidFill>
            <a:srgbClr val="F4F7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StepNum2">
            <a:extLst>
              <a:ext uri="{FF2B5EF4-FFF2-40B4-BE49-F238E27FC236}">
                <a16:creationId xmlns:a16="http://schemas.microsoft.com/office/drawing/2014/main" id="{5AB57137-842E-4D72-BBE5-F09FC2C33DAF}"/>
              </a:ext>
            </a:extLst>
          </p:cNvPr>
          <p:cNvSpPr/>
          <p:nvPr/>
        </p:nvSpPr>
        <p:spPr>
          <a:xfrm>
            <a:off x="4432300" y="1930400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epTitle2">
            <a:extLst>
              <a:ext uri="{FF2B5EF4-FFF2-40B4-BE49-F238E27FC236}">
                <a16:creationId xmlns:a16="http://schemas.microsoft.com/office/drawing/2014/main" id="{4FEEE142-8D9B-42AC-95B7-B6246CBE2E54}"/>
              </a:ext>
            </a:extLst>
          </p:cNvPr>
          <p:cNvSpPr txBox="1"/>
          <p:nvPr/>
        </p:nvSpPr>
        <p:spPr>
          <a:xfrm>
            <a:off x="5041900" y="18542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DevTools öffnen</a:t>
            </a:r>
          </a:p>
        </p:txBody>
      </p:sp>
      <p:sp>
        <p:nvSpPr>
          <p:cNvPr id="16" name="StepBody2">
            <a:extLst>
              <a:ext uri="{FF2B5EF4-FFF2-40B4-BE49-F238E27FC236}">
                <a16:creationId xmlns:a16="http://schemas.microsoft.com/office/drawing/2014/main" id="{ECE9C067-A0D9-4B72-9282-956A17062A3A}"/>
              </a:ext>
            </a:extLst>
          </p:cNvPr>
          <p:cNvSpPr txBox="1"/>
          <p:nvPr/>
        </p:nvSpPr>
        <p:spPr>
          <a:xfrm>
            <a:off x="5041900" y="2159000"/>
            <a:ext cx="2743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100">
                <a:solidFill>
                  <a:srgbClr val="595959"/>
                </a:solidFill>
              </a:rPr>
              <a:t>F12 → Network-Tab → Seite mit F5 neu laden.</a:t>
            </a:r>
          </a:p>
        </p:txBody>
      </p:sp>
      <p:sp>
        <p:nvSpPr>
          <p:cNvPr id="17" name="StepCard3">
            <a:extLst>
              <a:ext uri="{FF2B5EF4-FFF2-40B4-BE49-F238E27FC236}">
                <a16:creationId xmlns:a16="http://schemas.microsoft.com/office/drawing/2014/main" id="{DC7B32BB-DB51-4CA5-9C4C-69584A81084E}"/>
              </a:ext>
            </a:extLst>
          </p:cNvPr>
          <p:cNvSpPr/>
          <p:nvPr/>
        </p:nvSpPr>
        <p:spPr>
          <a:xfrm>
            <a:off x="8102600" y="1752600"/>
            <a:ext cx="3632200" cy="990600"/>
          </a:xfrm>
          <a:prstGeom prst="roundRect">
            <a:avLst/>
          </a:prstGeom>
          <a:solidFill>
            <a:srgbClr val="F4F7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StepNum3">
            <a:extLst>
              <a:ext uri="{FF2B5EF4-FFF2-40B4-BE49-F238E27FC236}">
                <a16:creationId xmlns:a16="http://schemas.microsoft.com/office/drawing/2014/main" id="{F356C82D-C526-49C9-BD21-EF24774C1F05}"/>
              </a:ext>
            </a:extLst>
          </p:cNvPr>
          <p:cNvSpPr/>
          <p:nvPr/>
        </p:nvSpPr>
        <p:spPr>
          <a:xfrm>
            <a:off x="8255000" y="1930400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StepTitle3">
            <a:extLst>
              <a:ext uri="{FF2B5EF4-FFF2-40B4-BE49-F238E27FC236}">
                <a16:creationId xmlns:a16="http://schemas.microsoft.com/office/drawing/2014/main" id="{CB7D4DB9-FFD9-4064-A435-3D45FF1F6BD7}"/>
              </a:ext>
            </a:extLst>
          </p:cNvPr>
          <p:cNvSpPr txBox="1"/>
          <p:nvPr/>
        </p:nvSpPr>
        <p:spPr>
          <a:xfrm>
            <a:off x="8864600" y="1854200"/>
            <a:ext cx="2743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0E2841"/>
                </a:solidFill>
              </a:rPr>
              <a:t>Cookie kopieren</a:t>
            </a:r>
          </a:p>
        </p:txBody>
      </p:sp>
      <p:sp>
        <p:nvSpPr>
          <p:cNvPr id="20" name="StepBody3">
            <a:extLst>
              <a:ext uri="{FF2B5EF4-FFF2-40B4-BE49-F238E27FC236}">
                <a16:creationId xmlns:a16="http://schemas.microsoft.com/office/drawing/2014/main" id="{D95383AC-9494-4D84-9993-312D8751E65C}"/>
              </a:ext>
            </a:extLst>
          </p:cNvPr>
          <p:cNvSpPr txBox="1"/>
          <p:nvPr/>
        </p:nvSpPr>
        <p:spPr>
          <a:xfrm>
            <a:off x="8864600" y="2159000"/>
            <a:ext cx="27432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100" dirty="0">
                <a:solidFill>
                  <a:srgbClr val="595959"/>
                </a:solidFill>
              </a:rPr>
              <a:t>Element mit Cookie suchen, kopieren &amp; einfügen.</a:t>
            </a:r>
          </a:p>
        </p:txBody>
      </p:sp>
      <p:sp>
        <p:nvSpPr>
          <p:cNvPr id="22" name="StepNum1">
            <a:extLst>
              <a:ext uri="{FF2B5EF4-FFF2-40B4-BE49-F238E27FC236}">
                <a16:creationId xmlns:a16="http://schemas.microsoft.com/office/drawing/2014/main" id="{89B32DC5-8170-A22D-9664-FA55A774CEAB}"/>
              </a:ext>
            </a:extLst>
          </p:cNvPr>
          <p:cNvSpPr/>
          <p:nvPr/>
        </p:nvSpPr>
        <p:spPr>
          <a:xfrm>
            <a:off x="5867400" y="2819400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StepNum2">
            <a:extLst>
              <a:ext uri="{FF2B5EF4-FFF2-40B4-BE49-F238E27FC236}">
                <a16:creationId xmlns:a16="http://schemas.microsoft.com/office/drawing/2014/main" id="{FE6A7691-9C7C-902A-46D2-6AF139D84F58}"/>
              </a:ext>
            </a:extLst>
          </p:cNvPr>
          <p:cNvSpPr/>
          <p:nvPr/>
        </p:nvSpPr>
        <p:spPr>
          <a:xfrm>
            <a:off x="4813300" y="3453228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StepNum3">
            <a:extLst>
              <a:ext uri="{FF2B5EF4-FFF2-40B4-BE49-F238E27FC236}">
                <a16:creationId xmlns:a16="http://schemas.microsoft.com/office/drawing/2014/main" id="{0098BD39-CCD9-50E8-72E1-CF98D7FF542C}"/>
              </a:ext>
            </a:extLst>
          </p:cNvPr>
          <p:cNvSpPr/>
          <p:nvPr/>
        </p:nvSpPr>
        <p:spPr>
          <a:xfrm>
            <a:off x="6465949" y="4902200"/>
            <a:ext cx="457200" cy="457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 dirty="0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22500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25D888C-E5CF-4880-8266-46225D30627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c3dc117-6860-48f4-8344-b8cdee32f7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Poppe</dc:creator>
  <cp:lastModifiedBy>Marco Poppe</cp:lastModifiedBy>
  <cp:revision>2</cp:revision>
  <dcterms:created xsi:type="dcterms:W3CDTF">2026-05-05T18:44:50Z</dcterms:created>
  <dcterms:modified xsi:type="dcterms:W3CDTF">2026-05-05T21:49:29Z</dcterms:modified>
</cp:coreProperties>
</file>